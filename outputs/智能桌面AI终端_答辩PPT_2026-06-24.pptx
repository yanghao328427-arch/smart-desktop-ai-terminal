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572d29511343e3" /><Relationship Type="http://schemas.openxmlformats.org/officeDocument/2006/relationships/extended-properties" Target="/docProps/app.xml" Id="Re4d62ddd007e4a11" /><Relationship Type="http://schemas.openxmlformats.org/officeDocument/2006/relationships/officeDocument" Target="/ppt/presentation.xml" Id="R25e73f5d307048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28813c76364330"/>
  </p:sldMasterIdLst>
  <p:notesMasterIdLst>
    <p:notesMasterId xmlns:r="http://schemas.openxmlformats.org/officeDocument/2006/relationships" r:id="Rac2c7f21f4a04c39"/>
  </p:notesMasterIdLst>
  <p:sldIdLst>
    <p:sldId xmlns:r="http://schemas.openxmlformats.org/officeDocument/2006/relationships" id="256" r:id="R52868832c26a4900"/>
    <p:sldId xmlns:r="http://schemas.openxmlformats.org/officeDocument/2006/relationships" id="257" r:id="R4191879810854f1d"/>
    <p:sldId xmlns:r="http://schemas.openxmlformats.org/officeDocument/2006/relationships" id="258" r:id="Rc2ba38325d61421c"/>
    <p:sldId xmlns:r="http://schemas.openxmlformats.org/officeDocument/2006/relationships" id="259" r:id="Rb0666d5ede9c4a11"/>
    <p:sldId xmlns:r="http://schemas.openxmlformats.org/officeDocument/2006/relationships" id="260" r:id="R9e20f7466a484a8d"/>
    <p:sldId xmlns:r="http://schemas.openxmlformats.org/officeDocument/2006/relationships" id="261" r:id="Ra1227e8b22fa4793"/>
    <p:sldId xmlns:r="http://schemas.openxmlformats.org/officeDocument/2006/relationships" id="262" r:id="R7bbb678285fc4ab5"/>
    <p:sldId xmlns:r="http://schemas.openxmlformats.org/officeDocument/2006/relationships" id="263" r:id="R4d09411a9b0a4ac6"/>
    <p:sldId xmlns:r="http://schemas.openxmlformats.org/officeDocument/2006/relationships" id="264" r:id="Rc73ae83d202e4a7f"/>
    <p:sldId xmlns:r="http://schemas.openxmlformats.org/officeDocument/2006/relationships" id="265" r:id="R13deba134b6a423c"/>
    <p:sldId xmlns:r="http://schemas.openxmlformats.org/officeDocument/2006/relationships" id="266" r:id="R2f81af3aa43a45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21fc36fef74b87" /><Relationship Type="http://schemas.openxmlformats.org/officeDocument/2006/relationships/slideMaster" Target="/ppt/slideMasters/slideMaster1.xml" Id="Rb928813c76364330" /><Relationship Type="http://schemas.openxmlformats.org/officeDocument/2006/relationships/notesMaster" Target="/ppt/notesMasters/notesMaster1.xml" Id="Rac2c7f21f4a04c39" /><Relationship Type="http://schemas.openxmlformats.org/officeDocument/2006/relationships/presProps" Target="/ppt/presProps.xml" Id="R8d6d5f5d9ae24de0" /><Relationship Type="http://schemas.openxmlformats.org/officeDocument/2006/relationships/tableStyles" Target="/ppt/tableStyles.xml" Id="Rc120960b25584e2c" /><Relationship Type="http://schemas.openxmlformats.org/officeDocument/2006/relationships/slide" Target="/ppt/slides/slide1.xml" Id="R52868832c26a4900" /><Relationship Type="http://schemas.openxmlformats.org/officeDocument/2006/relationships/slide" Target="/ppt/slides/slide2.xml" Id="R4191879810854f1d" /><Relationship Type="http://schemas.openxmlformats.org/officeDocument/2006/relationships/slide" Target="/ppt/slides/slide3.xml" Id="Rc2ba38325d61421c" /><Relationship Type="http://schemas.openxmlformats.org/officeDocument/2006/relationships/slide" Target="/ppt/slides/slide4.xml" Id="Rb0666d5ede9c4a11" /><Relationship Type="http://schemas.openxmlformats.org/officeDocument/2006/relationships/slide" Target="/ppt/slides/slide5.xml" Id="R9e20f7466a484a8d" /><Relationship Type="http://schemas.openxmlformats.org/officeDocument/2006/relationships/slide" Target="/ppt/slides/slide6.xml" Id="Ra1227e8b22fa4793" /><Relationship Type="http://schemas.openxmlformats.org/officeDocument/2006/relationships/slide" Target="/ppt/slides/slide7.xml" Id="R7bbb678285fc4ab5" /><Relationship Type="http://schemas.openxmlformats.org/officeDocument/2006/relationships/slide" Target="/ppt/slides/slide8.xml" Id="R4d09411a9b0a4ac6" /><Relationship Type="http://schemas.openxmlformats.org/officeDocument/2006/relationships/slide" Target="/ppt/slides/slide9.xml" Id="Rc73ae83d202e4a7f" /><Relationship Type="http://schemas.openxmlformats.org/officeDocument/2006/relationships/slide" Target="/ppt/slides/slide10.xml" Id="R13deba134b6a423c" /><Relationship Type="http://schemas.openxmlformats.org/officeDocument/2006/relationships/slide" Target="/ppt/slides/slide11.xml" Id="R2f81af3aa43a45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beed7c26cd47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40bfbd65a438c" /><Relationship Type="http://schemas.openxmlformats.org/officeDocument/2006/relationships/notesMaster" Target="/ppt/notesMasters/notesMaster1.xml" Id="R87751626cf474e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e6edb44033438f" /><Relationship Type="http://schemas.openxmlformats.org/officeDocument/2006/relationships/notesMaster" Target="/ppt/notesMasters/notesMaster1.xml" Id="R450af1488b4f42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91700ff6284d4b" /><Relationship Type="http://schemas.openxmlformats.org/officeDocument/2006/relationships/notesMaster" Target="/ppt/notesMasters/notesMaster1.xml" Id="R7b167e8a8ad24a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3c1067ce3646ba" /><Relationship Type="http://schemas.openxmlformats.org/officeDocument/2006/relationships/notesMaster" Target="/ppt/notesMasters/notesMaster1.xml" Id="R7b1318b5f71140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ccd52516c84e2e" /><Relationship Type="http://schemas.openxmlformats.org/officeDocument/2006/relationships/notesMaster" Target="/ppt/notesMasters/notesMaster1.xml" Id="R8a659db2f57c42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13b87f20714dbd" /><Relationship Type="http://schemas.openxmlformats.org/officeDocument/2006/relationships/notesMaster" Target="/ppt/notesMasters/notesMaster1.xml" Id="R4da080034b1342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303749cc8d4520" /><Relationship Type="http://schemas.openxmlformats.org/officeDocument/2006/relationships/notesMaster" Target="/ppt/notesMasters/notesMaster1.xml" Id="R4294d591ab384c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999e18f82f42df" /><Relationship Type="http://schemas.openxmlformats.org/officeDocument/2006/relationships/notesMaster" Target="/ppt/notesMasters/notesMaster1.xml" Id="Rab06e1bf1b6c4a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9a9006dce74cd1" /><Relationship Type="http://schemas.openxmlformats.org/officeDocument/2006/relationships/notesMaster" Target="/ppt/notesMasters/notesMaster1.xml" Id="R0b39a92fd47045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0da1130e7d4399" /><Relationship Type="http://schemas.openxmlformats.org/officeDocument/2006/relationships/notesMaster" Target="/ppt/notesMasters/notesMaster1.xml" Id="R7484ba37b34d4c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0d93391ce94d1c" /><Relationship Type="http://schemas.openxmlformats.org/officeDocument/2006/relationships/notesMaster" Target="/ppt/notesMasters/notesMaster1.xml" Id="R8da9aa97f78644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06d28439340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1502b2fb734ad7" /><Relationship Type="http://schemas.openxmlformats.org/officeDocument/2006/relationships/slideLayout" Target="/ppt/slideLayouts/slideLayout1.xml" Id="Rddf667fd397b43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667fd397b43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d2c09364c4833" /><Relationship Type="http://schemas.openxmlformats.org/officeDocument/2006/relationships/notesSlide" Target="/ppt/notesSlides/notesSlide1.xml" Id="R4d57809766d14c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def65f27b4ca6" /><Relationship Type="http://schemas.openxmlformats.org/officeDocument/2006/relationships/notesSlide" Target="/ppt/notesSlides/notesSlide2.xml" Id="R2c3319fc754342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0bdf6842c4464" /><Relationship Type="http://schemas.openxmlformats.org/officeDocument/2006/relationships/notesSlide" Target="/ppt/notesSlides/notesSlide3.xml" Id="Rde0ba037d28940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40d2016374af5" /><Relationship Type="http://schemas.openxmlformats.org/officeDocument/2006/relationships/notesSlide" Target="/ppt/notesSlides/notesSlide4.xml" Id="R980f5bfc23b348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9c3e1d8124f27" /><Relationship Type="http://schemas.openxmlformats.org/officeDocument/2006/relationships/notesSlide" Target="/ppt/notesSlides/notesSlide5.xml" Id="Rd66f3dcba8bb42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9c32777d140c5" /><Relationship Type="http://schemas.openxmlformats.org/officeDocument/2006/relationships/notesSlide" Target="/ppt/notesSlides/notesSlide6.xml" Id="R915186feab714e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b702ab8f54294" /><Relationship Type="http://schemas.openxmlformats.org/officeDocument/2006/relationships/notesSlide" Target="/ppt/notesSlides/notesSlide7.xml" Id="R9ce289a360a14f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2969e61c64a88" /><Relationship Type="http://schemas.openxmlformats.org/officeDocument/2006/relationships/notesSlide" Target="/ppt/notesSlides/notesSlide8.xml" Id="Rf51b0cf6567549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8f8b6c469487e" /><Relationship Type="http://schemas.openxmlformats.org/officeDocument/2006/relationships/notesSlide" Target="/ppt/notesSlides/notesSlide9.xml" Id="Rb6f67ed82de04e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6965e65754149" /><Relationship Type="http://schemas.openxmlformats.org/officeDocument/2006/relationships/notesSlide" Target="/ppt/notesSlides/notesSlide10.xml" Id="Rf19c29174ccc49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b52db480b4acc" /><Relationship Type="http://schemas.openxmlformats.org/officeDocument/2006/relationships/notesSlide" Target="/ppt/notesSlides/notesSlide11.xml" Id="Rcce6b7ee0a1444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2FFBBF-E322-4A8F-BFCB-2118F017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9906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111"/>
                </a:solidFill>
              </a:defRPr>
            </a:pPr>
            <a:r>
              <a:t>智能桌面 AI 终端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ADF8D-CC22-42CE-9BD4-FDB40CB4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0125"/>
            <a:ext cx="9525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5555"/>
                </a:solidFill>
              </a:defRPr>
            </a:pPr>
            <a:r>
              <a:t>真实感知 · 身份识别 · 云端对话 · 实体执行 · ACK 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F957C-27C7-437D-9BD5-2A030988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62600"/>
            <a:ext cx="8477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6B35"/>
                </a:solidFill>
              </a:defRPr>
            </a:pPr>
            <a:r>
              <a:t>STM32 + ESP32S3 + 阿里云 ECS + DashScope Qwen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104FE-4CEC-4B4B-92AA-13FF1A09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219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t>课程设计答辩｜2026.06</a:t>
            </a:r>
          </a:p>
        </p:txBody>
      </p:sp>
    </p:spTree>
    <p:extLst>
      <p:ext uri="{BB962C8B-B14F-4D97-AF65-F5344CB8AC3E}">
        <p14:creationId xmlns:p14="http://schemas.microsoft.com/office/powerpoint/2010/main" val="945473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3CB00-0C80-4AE5-9CAE-CBCF54F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t>01  项目目标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B928B-B1A7-4E34-A89B-CB26089F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从“能控制”升级为“可理解、可验证”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0AFDB-C90E-4D2D-83D3-FFD0430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C37FE-969E-4C95-A811-CB89DDA5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6EB7B-B332-4ABB-922B-BB731834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t>普通桌面设备的问题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D6CFF-0FFE-454F-BC63-A08C1EB2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4762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5555"/>
                </a:solidFill>
              </a:defRPr>
            </a:pPr>
            <a:r>
              <a:t>交互入口分散
缺少用户身份与上下文
联网动作无法证明真实执行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193BD-7D79-490F-B1BE-4B7572CC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600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1489B-3F04-4A30-B2EB-1A5BB144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447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t>本项目的回答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55226-AC2D-46BD-B04E-B00BC86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4476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</a:defRPr>
            </a:pPr>
            <a:r>
              <a:t>自然语言理解真实环境
RFID 建立个性化用户上下文
每个动作由 STM32 返回同 ID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BCCF2-1A50-4641-AB01-B44C71C9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57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t>目标：构建完整四层物联网闭环</a:t>
            </a:r>
          </a:p>
        </p:txBody>
      </p:sp>
    </p:spTree>
    <p:extLst>
      <p:ext uri="{BB962C8B-B14F-4D97-AF65-F5344CB8AC3E}">
        <p14:creationId xmlns:p14="http://schemas.microsoft.com/office/powerpoint/2010/main" val="2064301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0F369-F4C3-40E6-9920-810B2257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t>02  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C5B3F-082E-4410-823E-C19130EA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四层架构：同一条数据与控制真相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056D2-8B31-4A8D-A7E2-263009AC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2895B-561B-45B4-A8ED-E049740D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455D0-BA14-4C33-A92C-076E0463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362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B1395-7BF2-428F-94FA-ADE18EA4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362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D23F3-BF51-457C-9694-B58D34DF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2362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3E568-A981-451A-8985-D733C314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6479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B704-713B-45F5-A8F3-EBE185D5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感知层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1E14C-2EEE-4D1C-9085-D76A160E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1714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t>AHT20
超声波
电位器 / NTC
RC522 RFID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10A01-6894-4DC2-A16D-9E5454C6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098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网络层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B6F52-0A10-4AE4-9277-7CE03735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57550"/>
            <a:ext cx="1714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t>ESP32S3 Wi‑Fi
HTTP / WebSocket
STM32 UART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81E03-0D8B-46C5-96D2-83352D37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平台层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42717-62C5-4B89-8446-871BD5B9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1714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t>阿里云 ECS
FastAPI / SQLite
Qwen / ASR
动作与诊断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9F6C5-D3C1-462E-BF16-96226B67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t>应用层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7708C-DDC6-4843-9D14-7C2C81E8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809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t>Web 控制台
微信小程序
笔记本语音
实时诊断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004A9-6EC3-47BC-AFCD-A7335CD4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81375"/>
            <a:ext cx="38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76EB4-5D41-43A0-B3F9-512E518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81375"/>
            <a:ext cx="38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0A779-28DD-4A14-8135-42504C6D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81375"/>
            <a:ext cx="381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06BA6-7228-40B5-99FC-F0C08AEA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047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35"/>
                </a:solidFill>
              </a:defRPr>
            </a:pPr>
            <a:r>
              <a:t>状态读取与动作执行共享同一后端，避免多端数据互相矛盾</a:t>
            </a:r>
          </a:p>
        </p:txBody>
      </p:sp>
    </p:spTree>
    <p:extLst>
      <p:ext uri="{BB962C8B-B14F-4D97-AF65-F5344CB8AC3E}">
        <p14:creationId xmlns:p14="http://schemas.microsoft.com/office/powerpoint/2010/main" val="413717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16C151-1C0D-45A4-80E4-70424746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t>03  硬件设计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FD03B-A759-45A8-9913-4A8C9369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双 MCU 分工：确定性控制与联网能力解耦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273CE-8561-487D-8474-EF072F28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19862-F6F2-46B7-A9E5-AD72085D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47C59-EED0-449D-A5DC-A7B1A1EC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t>STM32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48755-9180-4508-9134-81D050C3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14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</a:defRPr>
            </a:pPr>
            <a:r>
              <a:t>传感器采集
OLED / RGB / 蜂鸣器
风扇 / 舵机 / 锁
SYN6288 中文播报
动作执行与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C3FCC-B06F-493A-B17A-FE2C72AE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955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8D284-B01C-4D6A-BFEC-E70791BB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t>ESP32S3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A94E0-E09B-4F1D-A3EA-4A7536DB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314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</a:defRPr>
            </a:pPr>
            <a:r>
              <a:t>Wi‑Fi 联网
HTTP / WebSocket
RC522 RFID
UART 双向桥接
断线后的 HTTP 兜底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F0357-95C3-45A1-B5C1-67B21A85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85336-592E-48F0-9B67-E9881D0C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9800"/>
            <a:ext cx="3143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t>设计价值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4A54C-C5D7-4B96-B636-61142C06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31432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</a:defRPr>
            </a:pPr>
            <a:r>
              <a:t>公网变化不影响底层协议
问题可定位到云、网络、串口或执行器
保留本地实时控制能力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9A00A-3D32-4FC7-808C-F5FC55DD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952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B35"/>
                </a:solidFill>
              </a:defRPr>
            </a:pPr>
            <a:r>
              <a:t>ESP32 负责连接世界，STM32 负责可靠执行</a:t>
            </a:r>
          </a:p>
        </p:txBody>
      </p:sp>
    </p:spTree>
    <p:extLst>
      <p:ext uri="{BB962C8B-B14F-4D97-AF65-F5344CB8AC3E}">
        <p14:creationId xmlns:p14="http://schemas.microsoft.com/office/powerpoint/2010/main" val="731410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BE2AE1-8DDF-4447-A788-EE65EFB8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t>04  AI 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39ACD-6E28-4F81-B151-69A6A0B7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一句自然语言如何变成真实硬件动作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F7DC2-20DA-4C2F-9427-47C46A2B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804BB-1B3A-47B1-BF08-F21CD1A6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1E897-0F51-41B7-A9E3-A46A6B00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543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9017B-3F27-4164-96E7-7F4FCA3E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90B92-88D0-4E74-8779-89337DB9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t>语音 / 文本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F2581-5B3C-45A4-884D-2F903774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90875"/>
            <a:ext cx="323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9AE68-0B2E-4CF1-BC90-F8FDD9BA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09850"/>
            <a:ext cx="1543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67F58-9142-426D-BDD8-3D017FA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003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FFD02-4DCF-4447-B78B-032BC69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3375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t>ASR / Qwen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E31F0-8AA0-4095-89B8-6EB5B78F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323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7B5AA-2507-4FA7-BBE2-FA72B09D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543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0C2B2-EFA6-4C48-9E85-0149132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003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42ACC-5C20-4FD3-85F7-E194F0DF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t>动作规划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F08E4-C55D-4649-9A5C-B4047D2E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90875"/>
            <a:ext cx="323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BF990-345B-43F3-91B8-4055C125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1543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70301-ED13-4D6E-83E8-1B4A1D74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0DB47-17A8-4A37-9ED0-A26C26BC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t>WebSocket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8FAEF-154B-4F81-9920-BCD59BE2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90875"/>
            <a:ext cx="323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4DD66-0EA6-44C4-A534-4B720BCE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1543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2ACF0-6ECB-4F1B-9349-12518433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BDEF1-6A1A-4C26-84FA-148D29A4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t>STM32 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07A08-02E9-41B5-A379-E8EAD3E5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90875"/>
            <a:ext cx="323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0A126-10AB-4518-81B0-A0F015B4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9850"/>
            <a:ext cx="1543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9300A-DEA5-4694-B96E-14180F94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0035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554B2D-DE8C-41A3-8FA9-91A637F5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3375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t>ACK 回传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23C348-F655-4D56-98D7-46B7EEBD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144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</a:defRPr>
            </a:pPr>
            <a:r>
              <a:t>完整回答 reply 用于 Web；短播报 speech 用于 SYN6288；动作只有收到相同 action_id 的 ACK 才算完成。</a:t>
            </a:r>
          </a:p>
        </p:txBody>
      </p:sp>
    </p:spTree>
    <p:extLst>
      <p:ext uri="{BB962C8B-B14F-4D97-AF65-F5344CB8AC3E}">
        <p14:creationId xmlns:p14="http://schemas.microsoft.com/office/powerpoint/2010/main" val="8845954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50020F-6A73-4D02-86DC-A463C5DB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t>05  个性化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B01D6-A1BB-40A6-BE4D-B1AA03D8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RFID 不只是开锁，而是用户上下文入口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1F486-7418-4064-8D05-E0F00437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25DE6-A5A0-4121-93D7-B9A617C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E5BB3-4CD2-4B68-85A6-3CE93542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DABE6-1226-46EC-A3A7-0A07CDC0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t>刷卡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1308A-8D03-4169-924C-E53ED81C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571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</a:defRPr>
            </a:pPr>
            <a:r>
              <a:t>读取真实 UID
判断已登记 / 未登记
建立当前用户和模式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105B3-8EFC-4EDF-A1CB-EE378C1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9950"/>
            <a:ext cx="552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16080-F85A-41DD-A3FB-E88EAAF1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074F1-E890-4C5C-A539-0638F945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t>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786FA-B91C-4F60-B627-A6BB4A22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19450"/>
            <a:ext cx="2571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</a:defRPr>
            </a:pPr>
            <a:r>
              <a:t>student / study
独立会话与对话记忆
权限和展示模式切换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11337-5AB2-4285-852A-798C5B34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09950"/>
            <a:ext cx="552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6B35"/>
                </a:solidFill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A4C53-B52A-4A04-B05E-9190A53D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3200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600E1-4DDC-40AF-A4CB-98587BDD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111"/>
                </a:solidFill>
              </a:defRPr>
            </a:pPr>
            <a:r>
              <a:t>个性化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0D025-68CA-4115-9619-DA860B59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2476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</a:defRPr>
            </a:pPr>
            <a:r>
              <a:t>结合身份与环境回答
驱动 OLED / TTS / 执行器
SQLite 持久化记录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842FD-0FFE-4522-A59A-EB023E04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885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B35"/>
                </a:solidFill>
              </a:defRPr>
            </a:pPr>
            <a:r>
              <a:t>真实卡 UID → 用户 → 模式 → AI → 动作 → ACK</a:t>
            </a:r>
          </a:p>
        </p:txBody>
      </p:sp>
    </p:spTree>
    <p:extLst>
      <p:ext uri="{BB962C8B-B14F-4D97-AF65-F5344CB8AC3E}">
        <p14:creationId xmlns:p14="http://schemas.microsoft.com/office/powerpoint/2010/main" val="2045095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59156-014D-4E5A-8CFC-6C1DC2C7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t>06  通信与容错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E4884-D694-40B5-9C51-14EB5D9B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可靠性设计：实时优先，断线可降级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02F08-FF41-44D0-ABF5-8C5183A1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03EE4-FCAE-4487-A707-95B1DFE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E34B7-79D9-4885-B955-8B9E7BE0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5334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A11D5-5135-40FD-B020-5ED8D3D4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t>WebSocket 主路径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91796-EDFC-4813-B7F9-69F5CB87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t>低延迟命令、按钮事件与 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A9D2B-DA25-45DD-8660-125FA064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334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22278-ADBC-4ED7-B5EF-90F49845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t>HTTP 兜底路径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097BD-A9F2-4ECD-8132-D38A9D01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t>心跳、遥测、轮询和断线回传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8B408-5122-4CBB-B582-24CF82BD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5334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869E1-9B89-4813-875A-6533370C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t>30 秒新鲜度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3A7A5-3F16-4AF9-9F7F-7C79EA66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t>旧快照不会被标成实时在线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02B84-53DF-4179-B6BA-3F35866B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9550"/>
            <a:ext cx="5334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D1EBA-C0C2-43F4-82A3-B90A49EA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053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</a:defRPr>
            </a:pPr>
            <a:r>
              <a:t>一键启动与 relay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772A2-D895-420A-9C8F-5DFD2793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t>直连优先，必要时自动启用本机桥接</a:t>
            </a:r>
          </a:p>
        </p:txBody>
      </p:sp>
    </p:spTree>
    <p:extLst>
      <p:ext uri="{BB962C8B-B14F-4D97-AF65-F5344CB8AC3E}">
        <p14:creationId xmlns:p14="http://schemas.microsoft.com/office/powerpoint/2010/main" val="2067683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B158E-6EDC-496F-801B-84FC5E61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t>07  验收证据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F4E6F-5C7C-4930-94D2-430FBE19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当前版本已经达到可答辩状态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30259-ABEA-4C82-90AA-AF4781E5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7E5D9-3F21-43A9-BDCD-9A102571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DB8E2-B24A-4BD7-8039-085C7222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B5CC5-D74F-4C5E-B249-92B05817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114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111"/>
                </a:solidFill>
              </a:defRPr>
            </a:pPr>
            <a:r>
              <a:t>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7F460-7D22-40A7-AC2E-97E13051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076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后端自动化测试通过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5505E-C83B-491D-A717-D113A6AE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526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7FAD8-BE8A-471C-8B5C-D892EACD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114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6B35"/>
                </a:solidFill>
              </a:defRPr>
            </a:pPr>
            <a: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25F4A-6F5C-4F38-8FDB-500D882D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57625"/>
            <a:ext cx="2076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严格实时 readiness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DC0C0-3BB3-453D-873F-6003977E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B5A5A-E30A-45E3-BE9A-63284349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2114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111"/>
                </a:solidFill>
              </a:defRPr>
            </a:pPr>
            <a:r>
              <a:t>4 /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8EC7F-2343-4036-A77F-E847F3E6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2076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ACK 成功 / 失败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91143-51ED-4C71-B70A-89BE8DFC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0A8BC-AEA0-46E0-BC79-5C344175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95550"/>
            <a:ext cx="21145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11111"/>
                </a:solidFill>
              </a:defRPr>
            </a:pPr>
            <a: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7FC06-E50F-47CE-A98C-FED74747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57625"/>
            <a:ext cx="2076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待执行动作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8C255-3B3F-4E91-8BD1-ECAA2981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35"/>
                </a:solidFill>
              </a:defRPr>
            </a:pPr>
            <a:r>
              <a:t>cloud_ready=true · persistent_storage=true · WebSocket=true · UART=true · 7 类传感器字段新鲜</a:t>
            </a:r>
          </a:p>
        </p:txBody>
      </p:sp>
    </p:spTree>
    <p:extLst>
      <p:ext uri="{BB962C8B-B14F-4D97-AF65-F5344CB8AC3E}">
        <p14:creationId xmlns:p14="http://schemas.microsoft.com/office/powerpoint/2010/main" val="9789825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4E8D0-3456-4F83-AEDF-16F7153A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t>08  演示流程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22A3B-7446-430D-BCE0-03305D6F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现场演示只走一条稳定主线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BA293-8F93-467A-8672-F37BD0FA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82A80-7CD9-48F0-A71F-53B30B8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4A713-0405-49C1-8D2A-ED673EEE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ECA89-96F0-409C-8588-A615DBD7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t>readiness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52C57-140A-49E9-82E5-5E467279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295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证明状态为当场实时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7F00A-342E-4532-B5E4-A26CB045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8F81A-EB3F-42CB-BBE9-EA0FFBB1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A72B0-60A2-4B8F-80E8-56BBDC6B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t>传感器变化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B944D-B3A1-49F7-B0D2-8BA7ECF7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295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展示真实温湿度与距离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8C3D0-3157-409B-A6AD-643D533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528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1ABB4-9CE9-41B1-8EB4-D406CFB5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CCD5A-4BC8-414F-9484-6EB49D2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t>RFID 刷卡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2D4F3-4F9F-4FA3-AE19-05D82DC7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295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切换用户和模式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4F237-8C7B-41F5-AFA2-CE9C9495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9737B-6E93-4A97-ABCF-BCEC4890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8C8D0-2FBE-46CA-A6CE-7EB17081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t>自然语言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03AD2-4337-47EE-BD01-A0F66D9C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95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Qwen 生成回复与动作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46FDE-B2DE-4B69-9136-74E5314B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0217C-3F9A-4DAB-99B4-66AB9B1E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6240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1E02F-541F-41F5-932D-3E326C74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t>实体执行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AB66A-2E32-4377-8036-7BFF2D7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33900"/>
            <a:ext cx="295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风扇 / OLED / TTS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E9E26-EA8A-46CE-8079-AC00E23B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97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860D7-EDC5-4F39-B570-2F8A7AEF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62400"/>
            <a:ext cx="457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35"/>
                </a:solidFill>
              </a:defRPr>
            </a:pPr>
            <a: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E1D8E-0151-45BF-A649-216D715C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624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t>诊断 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CC10B-9EB8-46A5-A666-9436002F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33900"/>
            <a:ext cx="295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</a:defRPr>
            </a:pPr>
            <a:r>
              <a:t>同 action_id 验证完成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FC2F0-A48A-4878-A109-92E21C3B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E751B-8DDA-4937-B4CA-D97A2E89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66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35"/>
                </a:solidFill>
              </a:defRPr>
            </a:pPr>
            <a:r>
              <a:t>语音不稳时立即切换 Web 文本，保住 AI → 动作 → ACK 核心闭环</a:t>
            </a:r>
          </a:p>
        </p:txBody>
      </p:sp>
    </p:spTree>
    <p:extLst>
      <p:ext uri="{BB962C8B-B14F-4D97-AF65-F5344CB8AC3E}">
        <p14:creationId xmlns:p14="http://schemas.microsoft.com/office/powerpoint/2010/main" val="721882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BA6DA-47F8-41AD-9FFE-04E5658E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t>09  风险与不足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E4511-907D-4E1F-ACA2-3190379F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t>边界清楚，答辩更可信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1EAF8-8B75-4314-8C60-83E099F5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F3F20-9283-4794-BE24-84344BB3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3C38E-10F4-462C-96B7-8AC27D54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238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t>当前已解决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3EC0F-AA06-4F55-B826-5566EC9B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3619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t>Hugging Face 429
ECS 国内公网部署
HTTPS / WSS
ESP32 直连与 HTTP 兜底
密钥隔离与发布回滚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69E3A-6FED-41FA-8D2E-63C8CBC0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F3319-0121-44F3-B741-30A10CD0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52650"/>
            <a:ext cx="4000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</a:defRPr>
            </a:pPr>
            <a:r>
              <a:t>仍然存在的边界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D1A3C-6290-41B4-AC91-03FF046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14650"/>
            <a:ext cx="6477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t>小程序正式发布需要自有备案域名
ESP32 当前使用 HTTP / WS 公网 IP
STM32 Flash 空间紧张
板载麦克风路线暂未作为答辩主入口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7B104-58DD-43B0-833C-24850EAB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6B35"/>
                </a:solidFill>
              </a:defRPr>
            </a:pPr>
            <a:r>
              <a:t>工程原则：不把降级路径、历史快照或未验收功能包装成已完成</a:t>
            </a:r>
          </a:p>
        </p:txBody>
      </p:sp>
    </p:spTree>
    <p:extLst>
      <p:ext uri="{BB962C8B-B14F-4D97-AF65-F5344CB8AC3E}">
        <p14:creationId xmlns:p14="http://schemas.microsoft.com/office/powerpoint/2010/main" val="7166141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3CFD8-8124-4A65-8BD3-82F2378E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7524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111"/>
                </a:solidFill>
              </a:defRPr>
            </a:pPr>
            <a:r>
              <a:t>谢谢各位老师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2149E-C4E9-46F2-BD09-7CB8E8C6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57700"/>
            <a:ext cx="342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6B35"/>
                </a:solidFill>
              </a:defRPr>
            </a:pPr>
            <a:r>
              <a:t>欢迎提问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BDD8C-482E-47E0-ABF3-E95FBF66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3219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t>智能桌面 AI 终端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8D350-1578-4DAF-8EDB-97478907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9C645-452E-4CF0-9CFE-C1EC33F6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6572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t>感知 · 身份 · 对话 · 执行 · 验证</a:t>
            </a:r>
          </a:p>
        </p:txBody>
      </p:sp>
    </p:spTree>
    <p:extLst>
      <p:ext uri="{BB962C8B-B14F-4D97-AF65-F5344CB8AC3E}">
        <p14:creationId xmlns:p14="http://schemas.microsoft.com/office/powerpoint/2010/main" val="466427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2026-06-24T14:31:03.6830000Z</dcterms:created>
  <dcterms:modified xsi:type="dcterms:W3CDTF">2026-06-24T14:31:03.6830000Z</dcterms:modified>
</coreProperties>
</file>